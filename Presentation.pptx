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55"/>
    <p:restoredTop sz="94646"/>
  </p:normalViewPr>
  <p:slideViewPr>
    <p:cSldViewPr snapToGrid="0">
      <p:cViewPr varScale="1">
        <p:scale>
          <a:sx n="59" d="100"/>
          <a:sy n="59" d="100"/>
        </p:scale>
        <p:origin x="192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72A3-4C7D-93EF-4865-55E52C50E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761AE-B10A-CA6C-86FE-5072C75DB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53A7-95C2-71D6-7F0E-3D32628C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AD954-DEFE-54C4-0A83-12BC20E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7C765-D065-0712-B7A4-62CEF545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8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70C7-6471-75F3-A6F1-7D771AB2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D5EF-8355-FB9E-D14D-5B97021EA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DCE3-7C4C-ED95-5077-BB2CA66B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86A8C-3391-3036-77C5-14B13ABF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DE7E-C469-010F-C140-F4C01F39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69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CE27-9ACF-8D8E-2C7B-566494F1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2E776-59C0-16E5-8F26-F5AE853F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704A-5F5D-EB84-2EDB-E91913A1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9C5F-C8F7-76FF-0019-0744D7DC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31C6B-2766-CC2A-8703-C4148121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4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E7D0-24B7-DBEE-7CD3-B78E33EB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F8E9-CF5F-216F-43E1-E162D370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56907-6D7A-E382-0691-94E4C5AA4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1406B-4B5D-330C-F9BF-36DB9DF1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F64D3-37A2-A673-D8B6-5C402243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6100C-0A0E-0CCE-B657-F7F27955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7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DD3B-1249-6E14-2DD4-5BF74099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582E-5A58-8180-C99E-5B7F0B03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A01A7-61D3-472E-4EA3-42E163FCF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4256C-B3F7-5917-88F2-668F7231F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8AA88-82AD-04D5-617D-3CB95EBD8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837104-47DC-4C52-B10D-6108BDE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7B482-306B-C6CE-8806-B62815A1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89B59-C4FF-635F-14C7-E38292EB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D7FF-EA3D-6214-A754-31930B54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B2FE3-94C8-A037-C87A-DAAEB238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3582B-DF7E-3539-8B01-C17A6605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4A91B-F8AA-7ED7-B7CB-172A2451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44095-A33C-1AA5-D7C1-51795BC3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61939-530B-DEF5-E882-1CDA0711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A500C-E747-B643-392C-DD440F77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0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B8E6-B5EE-9A0F-577C-6838AE60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804D9-BE6C-C84D-6199-C8EB867AF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D341F-874D-461E-DC49-7B69F79CC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B3573-720D-1E02-FE4D-EB259DF8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E77DC-F8C4-831C-E251-96823DED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7F924-5F68-267E-271D-58CA5E4E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4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41CC-0A3E-BFEA-A892-41012A36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FB05B-413C-3D5A-88C7-C6CC361CB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71040-26D8-A70F-E8E4-C44C2E3D7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33E7A-8028-6684-B9DF-BBDE7681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BCA95-90C9-42E6-3C82-3094785E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7BCCF-FC15-E0B5-0E3E-4800CC62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8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4BEC-0EB9-9238-C7C0-222C9BF0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B2593-12CE-642B-5E05-31968B491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FB1D1-5914-3264-0196-98F78E86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63B77-B67A-CCC3-1931-97449D50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1597-007B-9040-A913-055C811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53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930A7-D71A-3DD2-A620-2AFB600B7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19CDD-E544-04C3-0D2D-F7BA3EDFD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764B3-5E7F-4EF8-7502-BED0295D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65E4E-112A-A1C1-EBFC-47F2C779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B623-8714-7E13-D55C-08715AC4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81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34845-76CE-A7CF-ABB0-674471EF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F0161-8F57-2E67-E106-FF64344C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DD0AD-442B-8DEC-81A5-1B4969659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12F91-D056-EA41-96EE-CF71D21E2369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08F66-8981-87E3-0C3A-73B9BE00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0B16C-764F-25D4-45C1-A968AC5B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37D69-771C-0046-809E-6D76BFA5D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7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1F04-C01D-58D3-D776-AD60DC910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Scrum-Agile vs Waterfall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68982-73A5-4ADC-62E7-C3CBA7AC9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SNHU Travel Project Review</a:t>
            </a:r>
          </a:p>
          <a:p>
            <a:r>
              <a:rPr lang="en-US" dirty="0"/>
              <a:t>Jessica Coppola</a:t>
            </a:r>
          </a:p>
          <a:p>
            <a:r>
              <a:rPr lang="en-US" dirty="0"/>
              <a:t>CS-250</a:t>
            </a:r>
          </a:p>
          <a:p>
            <a:r>
              <a:rPr lang="en-US" dirty="0"/>
              <a:t>April 18, 2026</a:t>
            </a:r>
          </a:p>
        </p:txBody>
      </p:sp>
    </p:spTree>
    <p:extLst>
      <p:ext uri="{BB962C8B-B14F-4D97-AF65-F5344CB8AC3E}">
        <p14:creationId xmlns:p14="http://schemas.microsoft.com/office/powerpoint/2010/main" val="1187890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3DDC-8930-AB59-2B25-49BA755F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Scrum-Agile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21EA-B78E-A8BD-1EC1-950D7C76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Product Owner</a:t>
            </a:r>
          </a:p>
          <a:p>
            <a:pPr algn="ctr"/>
            <a:r>
              <a:rPr lang="en-US" dirty="0"/>
              <a:t>Defines user stories</a:t>
            </a:r>
          </a:p>
          <a:p>
            <a:pPr algn="ctr"/>
            <a:r>
              <a:rPr lang="en-US" dirty="0"/>
              <a:t>Manages backlog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Scrum Master</a:t>
            </a:r>
          </a:p>
          <a:p>
            <a:pPr algn="ctr"/>
            <a:r>
              <a:rPr lang="en-US" dirty="0"/>
              <a:t>Keeps team aligned</a:t>
            </a:r>
          </a:p>
          <a:p>
            <a:pPr algn="ctr"/>
            <a:r>
              <a:rPr lang="en-US" dirty="0"/>
              <a:t>Removes blockers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Development Team</a:t>
            </a:r>
          </a:p>
          <a:p>
            <a:pPr algn="ctr"/>
            <a:r>
              <a:rPr lang="en-US" dirty="0"/>
              <a:t>Builds and tests product</a:t>
            </a:r>
          </a:p>
          <a:p>
            <a:pPr algn="ctr"/>
            <a:r>
              <a:rPr lang="en-US" dirty="0"/>
              <a:t>Completes sprint work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Importance</a:t>
            </a:r>
          </a:p>
          <a:p>
            <a:pPr algn="ctr"/>
            <a:r>
              <a:rPr lang="en-US" dirty="0"/>
              <a:t>Clear roles improve communication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99733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A91B-B831-8014-B08F-FDCFE097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3E5F6-B162-9B65-A83F-7A564681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Planning</a:t>
            </a:r>
          </a:p>
          <a:p>
            <a:pPr algn="ctr"/>
            <a:r>
              <a:rPr lang="en-US" dirty="0"/>
              <a:t>Backlog and user stories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Development</a:t>
            </a:r>
          </a:p>
          <a:p>
            <a:pPr algn="ctr"/>
            <a:r>
              <a:rPr lang="en-US" dirty="0"/>
              <a:t>Work done in sprints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Testing</a:t>
            </a:r>
          </a:p>
          <a:p>
            <a:pPr algn="ctr"/>
            <a:r>
              <a:rPr lang="en-US" dirty="0"/>
              <a:t>Happens during development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Review</a:t>
            </a:r>
          </a:p>
          <a:p>
            <a:pPr algn="ctr"/>
            <a:r>
              <a:rPr lang="en-US" dirty="0"/>
              <a:t>Sprint Review checks work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Improvement</a:t>
            </a:r>
          </a:p>
          <a:p>
            <a:pPr algn="ctr"/>
            <a:r>
              <a:rPr lang="en-US" dirty="0"/>
              <a:t>Retrospective improves process</a:t>
            </a:r>
          </a:p>
        </p:txBody>
      </p:sp>
    </p:spTree>
    <p:extLst>
      <p:ext uri="{BB962C8B-B14F-4D97-AF65-F5344CB8AC3E}">
        <p14:creationId xmlns:p14="http://schemas.microsoft.com/office/powerpoint/2010/main" val="357514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EB2-D893-DAA6-3807-B19E142B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048D-CC5B-A0B5-85A9-5D241022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/>
              <a:t>Waterfall</a:t>
            </a:r>
          </a:p>
          <a:p>
            <a:pPr algn="ctr"/>
            <a:r>
              <a:rPr lang="en-US" dirty="0"/>
              <a:t>Linear process</a:t>
            </a:r>
          </a:p>
          <a:p>
            <a:pPr algn="ctr"/>
            <a:r>
              <a:rPr lang="en-US" dirty="0"/>
              <a:t>Hard to change</a:t>
            </a:r>
          </a:p>
          <a:p>
            <a:pPr algn="ctr"/>
            <a:r>
              <a:rPr lang="en-US" dirty="0"/>
              <a:t>Testing at the end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Agile</a:t>
            </a:r>
          </a:p>
          <a:p>
            <a:pPr algn="ctr"/>
            <a:r>
              <a:rPr lang="en-US" dirty="0"/>
              <a:t>Iterative process</a:t>
            </a:r>
          </a:p>
          <a:p>
            <a:pPr algn="ctr"/>
            <a:r>
              <a:rPr lang="en-US" dirty="0"/>
              <a:t>Easy to adjust</a:t>
            </a:r>
          </a:p>
          <a:p>
            <a:pPr algn="ctr"/>
            <a:r>
              <a:rPr lang="en-US" dirty="0"/>
              <a:t>Continuous testing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In this project, Agile allowed changes during development,</a:t>
            </a:r>
          </a:p>
          <a:p>
            <a:pPr marL="0" indent="0" algn="ctr">
              <a:buNone/>
            </a:pPr>
            <a:r>
              <a:rPr lang="en-US" dirty="0"/>
              <a:t>while waterfall would have required restarting work.</a:t>
            </a:r>
          </a:p>
        </p:txBody>
      </p:sp>
    </p:spTree>
    <p:extLst>
      <p:ext uri="{BB962C8B-B14F-4D97-AF65-F5344CB8AC3E}">
        <p14:creationId xmlns:p14="http://schemas.microsoft.com/office/powerpoint/2010/main" val="263309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4880-C41F-7008-3CA8-592CE8B9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Choosing Agile vs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89634-297D-CBFB-4A89-BE9695CE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Agile works best when…</a:t>
            </a:r>
          </a:p>
          <a:p>
            <a:pPr algn="ctr"/>
            <a:r>
              <a:rPr lang="en-US" dirty="0"/>
              <a:t>Requirements change</a:t>
            </a:r>
          </a:p>
          <a:p>
            <a:pPr algn="ctr"/>
            <a:r>
              <a:rPr lang="en-US" dirty="0"/>
              <a:t>Feedback is needed</a:t>
            </a:r>
          </a:p>
          <a:p>
            <a:pPr algn="ctr"/>
            <a:r>
              <a:rPr lang="en-US" dirty="0"/>
              <a:t>Collaboration is important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Waterfall works best when…</a:t>
            </a:r>
          </a:p>
          <a:p>
            <a:pPr algn="ctr"/>
            <a:r>
              <a:rPr lang="en-US" dirty="0"/>
              <a:t>Requirements are fixed</a:t>
            </a:r>
          </a:p>
          <a:p>
            <a:pPr algn="ctr"/>
            <a:r>
              <a:rPr lang="en-US" dirty="0"/>
              <a:t>Project is predictable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For this project, Agile was the better approach</a:t>
            </a:r>
          </a:p>
          <a:p>
            <a:pPr marL="0" indent="0" algn="ctr">
              <a:buNone/>
            </a:pPr>
            <a:r>
              <a:rPr lang="en-US" dirty="0"/>
              <a:t>because it allowed flexibility and faster adjustments.</a:t>
            </a:r>
          </a:p>
        </p:txBody>
      </p:sp>
    </p:spTree>
    <p:extLst>
      <p:ext uri="{BB962C8B-B14F-4D97-AF65-F5344CB8AC3E}">
        <p14:creationId xmlns:p14="http://schemas.microsoft.com/office/powerpoint/2010/main" val="330176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A992-0CB3-595F-B79D-98EB6A7F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354AE-36D4-49A2-5A69-F7FBACA2A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-457200">
              <a:buNone/>
            </a:pPr>
            <a:r>
              <a:rPr lang="en-US" dirty="0"/>
              <a:t>Atlassian. (2023). </a:t>
            </a:r>
            <a:r>
              <a:rPr lang="en-US" i="1" dirty="0"/>
              <a:t>Agile vs. waterfall methodology</a:t>
            </a:r>
            <a:r>
              <a:rPr lang="en-US" dirty="0"/>
              <a:t>.</a:t>
            </a:r>
          </a:p>
          <a:p>
            <a:pPr marL="0" indent="-457200">
              <a:buNone/>
            </a:pPr>
            <a:r>
              <a:rPr lang="en-US" dirty="0"/>
              <a:t>https://</a:t>
            </a:r>
            <a:r>
              <a:rPr lang="en-US" dirty="0" err="1"/>
              <a:t>www.atlassian.com</a:t>
            </a:r>
            <a:r>
              <a:rPr lang="en-US" dirty="0"/>
              <a:t>/agile/project-management</a:t>
            </a:r>
          </a:p>
          <a:p>
            <a:pPr marL="0" indent="-457200">
              <a:buNone/>
            </a:pPr>
            <a:endParaRPr lang="en-US" dirty="0"/>
          </a:p>
          <a:p>
            <a:pPr marL="0" indent="-457200">
              <a:buNone/>
            </a:pPr>
            <a:r>
              <a:rPr lang="en-US" dirty="0"/>
              <a:t>IBM. (2024). </a:t>
            </a:r>
            <a:r>
              <a:rPr lang="en-US" i="1" dirty="0"/>
              <a:t>What is Agile?</a:t>
            </a:r>
          </a:p>
          <a:p>
            <a:pPr marL="0" indent="-457200">
              <a:buNone/>
            </a:pPr>
            <a:r>
              <a:rPr lang="en-US" dirty="0"/>
              <a:t>https://</a:t>
            </a:r>
            <a:r>
              <a:rPr lang="en-US" dirty="0" err="1"/>
              <a:t>www.ibm.com</a:t>
            </a:r>
            <a:r>
              <a:rPr lang="en-US" dirty="0"/>
              <a:t>/topics/agile</a:t>
            </a:r>
          </a:p>
          <a:p>
            <a:pPr marL="0" indent="-457200">
              <a:buNone/>
            </a:pPr>
            <a:endParaRPr lang="en-US" dirty="0"/>
          </a:p>
          <a:p>
            <a:pPr marL="0" indent="-457200">
              <a:buNone/>
            </a:pPr>
            <a:r>
              <a:rPr lang="en-US" dirty="0"/>
              <a:t>Project Management Institute. (2021). </a:t>
            </a:r>
            <a:r>
              <a:rPr lang="en-US" i="1" dirty="0"/>
              <a:t>Agile practice guide.</a:t>
            </a:r>
          </a:p>
          <a:p>
            <a:pPr marL="0" indent="-457200">
              <a:buNone/>
            </a:pPr>
            <a:r>
              <a:rPr lang="en-US" dirty="0"/>
              <a:t>https://</a:t>
            </a:r>
            <a:r>
              <a:rPr lang="en-US" dirty="0" err="1"/>
              <a:t>www.pmi.org</a:t>
            </a:r>
            <a:endParaRPr lang="en-US" dirty="0"/>
          </a:p>
          <a:p>
            <a:pPr marL="0" indent="-457200">
              <a:buNone/>
            </a:pPr>
            <a:endParaRPr lang="en-US" dirty="0"/>
          </a:p>
          <a:p>
            <a:pPr marL="0" indent="-457200">
              <a:buNone/>
            </a:pPr>
            <a:r>
              <a:rPr lang="en-US" dirty="0" err="1"/>
              <a:t>Digital.ai</a:t>
            </a:r>
            <a:r>
              <a:rPr lang="en-US" dirty="0"/>
              <a:t>. (2023). </a:t>
            </a:r>
            <a:r>
              <a:rPr lang="en-US" i="1" dirty="0"/>
              <a:t>17th State of Agile report.</a:t>
            </a:r>
          </a:p>
          <a:p>
            <a:pPr marL="0" indent="-457200">
              <a:buNone/>
            </a:pPr>
            <a:r>
              <a:rPr lang="en-US" dirty="0"/>
              <a:t>https://</a:t>
            </a:r>
            <a:r>
              <a:rPr lang="en-US" dirty="0" err="1"/>
              <a:t>digital.ai</a:t>
            </a:r>
            <a:r>
              <a:rPr lang="en-US" dirty="0"/>
              <a:t>/resource-center/analyst-reports/state-of-agile-report</a:t>
            </a:r>
          </a:p>
        </p:txBody>
      </p:sp>
    </p:spTree>
    <p:extLst>
      <p:ext uri="{BB962C8B-B14F-4D97-AF65-F5344CB8AC3E}">
        <p14:creationId xmlns:p14="http://schemas.microsoft.com/office/powerpoint/2010/main" val="261229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241</Words>
  <Application>Microsoft Macintosh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Scrum-Agile vs Waterfall Development</vt:lpstr>
      <vt:lpstr>Scrum-Agile Roles</vt:lpstr>
      <vt:lpstr>Agile Phases</vt:lpstr>
      <vt:lpstr>Waterfall vs Agile</vt:lpstr>
      <vt:lpstr>Choosing Agile vs Waterfall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chapstick@gmail.com</dc:creator>
  <cp:lastModifiedBy>chapstick@gmail.com</cp:lastModifiedBy>
  <cp:revision>5</cp:revision>
  <dcterms:created xsi:type="dcterms:W3CDTF">2026-04-19T06:40:30Z</dcterms:created>
  <dcterms:modified xsi:type="dcterms:W3CDTF">2026-04-19T07:00:38Z</dcterms:modified>
</cp:coreProperties>
</file>